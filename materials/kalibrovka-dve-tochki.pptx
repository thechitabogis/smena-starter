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Начать с пола, не с сети. Две наклейки уже лежат на арене. Дальше — зачем, как считается, как перенести в свой проект.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читать слайд целиком. Назвать три вопроса и сказать, что ответы идут по порядку.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руками два разных нуля, потом две наклейки. Это ответ на «зачем», ещё не порядок кнопок.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Капсула — это тело из заготовки игрока, не чужое лицо. Рост по наклейкам не выравнивается: совмещается пол.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Пример: наклейки в 2,000 м. В комнате Б оказывается на двух метрах по оси вперёд. Поле на компьютере — это и есть зашитая длина.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Курок — передняя кнопка указательного пальца. Захват для меток не используется: им по-прежнему берут предметы.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Поза якоря остаётся в шлеме. На компьютер уходит не она, а длина отрезка — об этом следующий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Сервер не может сравнить позы шлемов между собой: у каждого свой ноль координат. Он сверяет длину с одной зашитой цифрой. Поэтому все стоят на одном базисе.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Имя корня в сцене — worldAnchor. На него нельзя вешать сетевой сдвиг: сервер затрёт местный поворот шлема.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в заготовке: Assets/SmenaStarter/Scripts/. Копировать вместе с правками экрана ожидания, движения игрока и менеджера сцены. Одних трёх файлов мало.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 «Длина А→Б, м» рисует экран ожидания на компьютере. В своём проекте без этого экрана длину надо записать на сервере тем же вызовом, что и поле.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запреты именно калибровки. Порт, заготовку игрока и сетевую личность куба по-прежнему не трогают — это отдельные правила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Курок на шлеме из редактора компьютера не проверить. Для шлема нужна новая сборка. На компьютере проверяются поле, базис и вход в комнату без шлемов.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Закончить на полу, не на списке файлов. Файлы уже были. Если останется время — один проход проверки со слайда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698" y="1417905"/>
            <a:ext cx="820765" cy="98755"/>
          </a:xfrm>
          <a:prstGeom prst="roundRect">
            <a:avLst>
              <a:gd name="adj" fmla="val 18519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34440"/>
            <a:ext cx="482803" cy="482803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1678107" y="1234440"/>
            <a:ext cx="482803" cy="482803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9144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наклейки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полу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Шлем и компьютер ведущего видят один пол.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остаётся там, где стоит.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Комната ожидания, затем игровая комната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вопроса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капсула на экране стояла там же, где человек стоит на арене относительно наклеек.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устроено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Длину зашивают на компьютере. Шлем курком снимает наклейки. Комната поворачивается под этот пол.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45820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перенести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58200" y="31546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скрипта и четыре врезки. Якорь комнаты сервер не двигает.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совмещать пол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6191E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28016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E7ED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Шлем сам по себе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появляется там, где шлем включился. «Вперёд» — куда он смотрел в этот момент. Соседний шлем ставит свой ноль в другом месте.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D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ведущего человек оказывается не там, где стоит на арене.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двух наклеек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Наклейка А — ноль комнаты. Наклейка Б — направление «вперёд». Оба шлема и компьютер ведущего говорят об одном поле.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840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6B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человек дошёл по полу, туда приезжает его капсула на мониторе.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видно после входа в комнату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27632"/>
            <a:ext cx="384048" cy="38404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42646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шлеме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44475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капсулы стоят на полу там, где те люди стоят относительно наклеек А и Б.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62072"/>
            <a:ext cx="384048" cy="38404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66090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мониторе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267919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капсулы в одной комнате. Ведущий за компьютером сам по комнате не ходит.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96512"/>
            <a:ext cx="384048" cy="384048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89534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 вид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0" y="391363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шлем свою капсулу не рисует. Видно комнату и остальных.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" y="498348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5330952"/>
            <a:ext cx="384048" cy="384048"/>
          </a:xfrm>
          <a:prstGeom prst="ellipse">
            <a:avLst/>
          </a:prstGeom>
          <a:solidFill>
            <a:srgbClr val="1A1D2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129784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89120" y="51480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Левый рычажок двигает, правый поворачивает. Место на полу при этом не теряется.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Площадку размечают один раз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760720" cy="4754880"/>
          </a:xfrm>
          <a:prstGeom prst="roundRect">
            <a:avLst>
              <a:gd name="adj" fmla="val 1923"/>
            </a:avLst>
          </a:prstGeom>
          <a:solidFill>
            <a:srgbClr val="E7EDF2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3063240"/>
            <a:ext cx="3931920" cy="73152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880360"/>
            <a:ext cx="438912" cy="438912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2880360"/>
            <a:ext cx="438912" cy="438912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92608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292608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центр, ноль комнаты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429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«вперёд»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комнате А — это (0, 0, 0).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 — это (0, 0, длина).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417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Длина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наклейками, до миллиметра. Её вписывают в поле «Длина А→Б, м» и нажимают запуск ведущего.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0175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Виртуальный «вперёд» ляжет вдоль наклеек. Клеить Б строго на север сцены не нужно.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92240" y="44805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617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 пусто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084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длина не записана, шлему нечего снимать.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Шлем снимает наклейки курком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128016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Наклейка 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Подойти. Поставить кончик контроллера в центр метки. Нажать курок. Шлем запоминает эту точку в своей системе координат.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Наклейка 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Перейти ко второй метке. Снова кончик в центр и курок. После этого шлем сразу считает якорь.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Кончик выше 15 см от пола — точка не берётся. Курок у меню ожидания метку не ставит. Сначала А, потом Б: если перепутать, длина сойдётся, а ноль сядет не на ту наклейку.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Шлем считает поворот и сдвиг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658368" cy="6583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17320" y="1280160"/>
            <a:ext cx="102870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4264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 по полу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184708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второй точки вычитают первую. Высоту отбрасывают. Вверх берётся из шлема, поэтому горизонт не заваливается.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658368" cy="6583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6499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17320" y="2926080"/>
            <a:ext cx="102870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1691640" y="3072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Поворот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4930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Виртуальная ось «вперёд» поворачивается вокруг вертикали и ложится вдоль наклеек А → Б.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2920" y="4892040"/>
            <a:ext cx="658368" cy="6583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010912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17320" y="4572000"/>
            <a:ext cx="102870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691640" y="4718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Сдвиг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513892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комнаты встаёт так, чтобы виртуальный ноль совпал с наклейкой А. Масштаб не трогают.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C5CDD6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 проверяет только длину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D4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см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снятый отрезок отличается от зашитой длины больше чем на 5 см, метки стираются. Шлем не считается готовым.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1325880"/>
            <a:ext cx="5623560" cy="1325880"/>
          </a:xfrm>
          <a:prstGeom prst="roundRect">
            <a:avLst>
              <a:gd name="adj" fmla="val 6897"/>
            </a:avLst>
          </a:prstGeom>
          <a:solidFill>
            <a:srgbClr val="22262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2834640"/>
            <a:ext cx="5623560" cy="1325880"/>
          </a:xfrm>
          <a:prstGeom prst="roundRect">
            <a:avLst>
              <a:gd name="adj" fmla="val 6897"/>
            </a:avLst>
          </a:prstGeom>
          <a:solidFill>
            <a:srgbClr val="22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434340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22262C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Базис 2,000 м, сняли 2,040 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DCE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Принято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Базис 2,000 м, сняли 2,600 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7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Отказ, снимать заново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09360" y="45262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9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комнату пускают, когда готов каждый подключённый шлем. Шлемов нет — компьютер входит без меток.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комнате люди остаются на местах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Якорь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входе в игровую комнату появляется корень. Комната и сетевые тела садятся под него. Камера шлема и меню ожидания — нет.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28016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4813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Компьютер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ведущего якорь в нуле. Картинка на мониторе не прыгает. Числа комнаты остаются прежними.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50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44805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Привязанного человека метка спавна не переносит. Он стоит там, где стоит на полу. Слот по-прежнему нужен тем, кто в комнату попал без привязки.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374904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950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Движение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44805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входа левый рычажок свободно возит человека. Капсула на мониторе едет за ним по тому же полу.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файлы забрать в свой проект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2014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RoomFrame.cs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комнаты и перевод: точка компьютера становится точкой на полу шлема. Сам на объект не вешается.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11201400" cy="150876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RoomCalibration.cs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5844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Базис. Живёт на маркере ведущего и переживает смену сцены. Хранит длину и список готовых шлемов.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201400" cy="1508760"/>
          </a:xfrm>
          <a:prstGeom prst="roundRect">
            <a:avLst>
              <a:gd name="adj" fmla="val 6061"/>
            </a:avLst>
          </a:prstGeom>
          <a:solidFill>
            <a:srgbClr val="F8F1D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731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FloorCalibrator.cs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Съёмка наклеек. Работает на шлеме, в комнате ожидания. На компьютере сам себя выключает.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вставить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Базис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заготовку маркера ведущего, рядом с сетевой личностью. Не на игрока в шлеме.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28016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508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23760" y="15361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Съёмка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400" y="21945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объект шлема, который не уничтожается при смене сцены. В заготовке он создаётся вместе с камерой.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Готовность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 шлёт на сервер одну цифру — снятую длину. Сервер принимает её, только если она в допуске.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3749040"/>
            <a:ext cx="56235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23760" y="40050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 в комнату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29400" y="46634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создать якорь, потом расставлять людей. Готового игрока на слот не ставить.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делать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90472"/>
            <a:ext cx="384048" cy="38404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80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Сетевой сдвиг на якоре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перезапишет местный поворот шлема. Комната уедет в ноль компьютера.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770632"/>
            <a:ext cx="384048" cy="38404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60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Мировые координаты тел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Якорь переводит комнату, только пока сетевые числа остаются местными, внутри родителя.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4050792"/>
            <a:ext cx="384048" cy="38404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0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Поза шлема на сервер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шлема свой ноль координат. Общей можно делать только длину и отметку «готов».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5330952"/>
            <a:ext cx="384048" cy="38404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Слот после привязки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5532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Слот утащит человека с наклейки. Свободный шаг после этого уже не про пол арены.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753" y="442204"/>
            <a:ext cx="341986" cy="41148"/>
          </a:xfrm>
          <a:prstGeom prst="roundRect">
            <a:avLst>
              <a:gd name="adj" fmla="val 44444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" y="365760"/>
            <a:ext cx="201168" cy="201168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871423" y="365760"/>
            <a:ext cx="201168" cy="201168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56032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проверить у себя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Наклеить А и Б. Вписать длину. Запустить ведущего. В статусе виден базис и ноль шлемов.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249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25880" y="26700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шлеме курком снять А, затем Б. Статус: калибровка готова. Чужая длина — метки пропадают.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13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38587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готовы все шлемы, нажать «В комнату». Пока кто-то не готов, кнопка ничего не делает.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6B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5047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Встать на А: капсула на мониторе в нуле. Шаг к Б: капсула уезжает вперёд на ту же длину.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730" y="1539776"/>
            <a:ext cx="752368" cy="90526"/>
          </a:xfrm>
          <a:prstGeom prst="roundRect">
            <a:avLst>
              <a:gd name="adj" fmla="val 20202"/>
            </a:avLst>
          </a:prstGeom>
          <a:solidFill>
            <a:srgbClr val="1A1D2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442570" cy="442570"/>
          </a:xfrm>
          <a:prstGeom prst="ellipse">
            <a:avLst/>
          </a:prstGeom>
          <a:solidFill>
            <a:srgbClr val="2C6BED"/>
          </a:solidFill>
          <a:ln/>
        </p:spPr>
      </p:sp>
      <p:sp>
        <p:nvSpPr>
          <p:cNvPr id="4" name="Shape 2"/>
          <p:cNvSpPr/>
          <p:nvPr/>
        </p:nvSpPr>
        <p:spPr>
          <a:xfrm>
            <a:off x="1591605" y="1371600"/>
            <a:ext cx="442570" cy="442570"/>
          </a:xfrm>
          <a:prstGeom prst="ellipse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— ноль комнаты.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 — направление вперёд.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Шлем совмещает пол. Люди остаются там, где стоят.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Две наклейки на полу</dc:title>
  <dc:subject>Калибровка пола шлема и комнаты</dc:subject>
  <dc:creator>Смена</dc:creator>
  <cp:lastModifiedBy>Смена</cp:lastModifiedBy>
  <cp:revision>1</cp:revision>
  <dcterms:created xsi:type="dcterms:W3CDTF">2026-10-07T21:02:54Z</dcterms:created>
  <dcterms:modified xsi:type="dcterms:W3CDTF">2026-10-07T21:02:54Z</dcterms:modified>
</cp:coreProperties>
</file>