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Начать с фигуры, не с сети. Раньше сосед видел капсулу без рук. Теперь руки — часть той же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Назвать три вопроса и идти по порядку. Не обещать, что любая цельная сетка сама зашевелит пальцы.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на себе: поднять руку. Раньше сосед этого не видел. Теперь кисть — часть той же заготовки, что и тело.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зрителя, одна модель. Свой шлем прячет тело, не кисти. Монитор видит то же, что чужой шлем.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м — это 1 единица сцены. Ноги модели должны быть примерно на метр ниже корня, иначе фигура висит или утопает.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Стрелка — не два разных объекта навсегда. Джойстик задаёт позу, кисть модели её повторяет. Имена джойстиков нужны калибровке.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отдельная модель для себя. Та же фигура, у владельца выключено тело.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инспекторе компонент называется Network Transform Unreliable. На этом слайде достаточно сказать: три компонента, тело и две кисти.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4 самый ломкий. Если переименовать кисть и не перетащить её в поле, чужой шлем перестанет видеть руку.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Четвёртый запрет — ответ на старую схему. Руки больше не отдельная картинка шлема.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Цельная сетка без костей рук — это тело для всех, не следящие кисти. Не обещать пальцы, если в файле их нет отдельными объектами.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 окна редактора на компьютере свои кисти не увидеть: там нет джойстиков шлема. Нужна новая сборка на шлем.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Папка Assets/SmenaStarter. Заготовка в Prefabs, скрипты в Scripts. В инспекторе компонент называется Network Transform Unreliable, поле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Закончить тремя строками с титульного хода. Если модель без кистей — напомнить предыдущий слайд, не обещать следящие руки.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1949" y="1051560"/>
            <a:ext cx="442570" cy="1046074"/>
          </a:xfrm>
          <a:prstGeom prst="roundRect">
            <a:avLst>
              <a:gd name="adj" fmla="val 36364"/>
            </a:avLst>
          </a:prstGeom>
          <a:solidFill>
            <a:srgbClr val="D5DCE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3429"/>
            <a:ext cx="301752" cy="301752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1424635" y="1373429"/>
            <a:ext cx="301752" cy="301752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модель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всех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Кисти видны соседям. Тело и руки — одна фигура.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Заготовка игрока в комнате ожидания и в игровой комнате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292608"/>
            <a:ext cx="211226" cy="499262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446227"/>
            <a:ext cx="144018" cy="14401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13359" y="446227"/>
            <a:ext cx="144018" cy="14401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5603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вопроса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на мониторе и в чужом шлеме человек был одной фигурой, и чтобы были видны руки.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132588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600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устроено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стоит под головой. Кисти копируют джойстики и уходят всем вместе с фигурой.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83880" y="132588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600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458200" y="2331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перенести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Свою модель кладут в ту же заготовку. Кисти оставляют с теми же именами.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292608"/>
            <a:ext cx="211226" cy="499262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446227"/>
            <a:ext cx="144018" cy="14401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13359" y="446227"/>
            <a:ext cx="144018" cy="14401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5603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одна модель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86400" cy="4892040"/>
          </a:xfrm>
          <a:prstGeom prst="roundRect">
            <a:avLst>
              <a:gd name="adj" fmla="val 1869"/>
            </a:avLst>
          </a:prstGeom>
          <a:solidFill>
            <a:srgbClr val="16191E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1280160"/>
            <a:ext cx="5486400" cy="4892040"/>
          </a:xfrm>
          <a:prstGeom prst="roundRect">
            <a:avLst>
              <a:gd name="adj" fmla="val 1869"/>
            </a:avLst>
          </a:prstGeom>
          <a:solidFill>
            <a:srgbClr val="F3F6F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Было две картинки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Капсулу видели сосед и монитор. Кубы рук рисовались только в своём шлеме. Сосед видел туловище без рук, а руки жили отдельно от фигуры.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2120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Чужая рука до экрана не доходила.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Стало одной фигурой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и кисти лежат в одном объекте. Кисть стоит там, где джойстик. Это же место видят соседний шлем и компьютер ведущего.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86677" y="4297680"/>
            <a:ext cx="341986" cy="808330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4546397"/>
            <a:ext cx="233172" cy="233172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15" name="Shape 13"/>
          <p:cNvSpPr/>
          <p:nvPr/>
        </p:nvSpPr>
        <p:spPr>
          <a:xfrm>
            <a:off x="7144207" y="4546397"/>
            <a:ext cx="233172" cy="233172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4434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Синяя точка — левая кисть.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Жёлтая — правая.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292608"/>
            <a:ext cx="211226" cy="499262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446227"/>
            <a:ext cx="144018" cy="14401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13359" y="446227"/>
            <a:ext cx="144018" cy="14401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5603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что видит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7" name="Shape 5"/>
          <p:cNvSpPr/>
          <p:nvPr/>
        </p:nvSpPr>
        <p:spPr>
          <a:xfrm>
            <a:off x="1020470" y="1600200"/>
            <a:ext cx="271577" cy="641909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797710"/>
            <a:ext cx="185166" cy="185166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9" name="Shape 7"/>
          <p:cNvSpPr/>
          <p:nvPr/>
        </p:nvSpPr>
        <p:spPr>
          <a:xfrm>
            <a:off x="1304392" y="1797710"/>
            <a:ext cx="185166" cy="185166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14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 шлем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кисти. Тело выключено: камера внутри фигуры, иначе человек смотрит из капсулы.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43400" y="132588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0950" y="1600200"/>
            <a:ext cx="271577" cy="641909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797710"/>
            <a:ext cx="185166" cy="185166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15" name="Shape 13"/>
          <p:cNvSpPr/>
          <p:nvPr/>
        </p:nvSpPr>
        <p:spPr>
          <a:xfrm>
            <a:off x="5144872" y="1797710"/>
            <a:ext cx="185166" cy="185166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514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Чужой шлем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17720" y="320040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фигура. Тело под головой, кисти на джойстиках того человека.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83880" y="132588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16191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01430" y="1600200"/>
            <a:ext cx="271577" cy="641909"/>
          </a:xfrm>
          <a:prstGeom prst="roundRect">
            <a:avLst>
              <a:gd name="adj" fmla="val 36364"/>
            </a:avLst>
          </a:prstGeom>
          <a:solidFill>
            <a:srgbClr val="D5DCE3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0" y="1797710"/>
            <a:ext cx="185166" cy="185166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21" name="Shape 19"/>
          <p:cNvSpPr/>
          <p:nvPr/>
        </p:nvSpPr>
        <p:spPr>
          <a:xfrm>
            <a:off x="8985352" y="1797710"/>
            <a:ext cx="185166" cy="185166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22" name="Text 20"/>
          <p:cNvSpPr/>
          <p:nvPr/>
        </p:nvSpPr>
        <p:spPr>
          <a:xfrm>
            <a:off x="8458200" y="2514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Монитор ведущего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58200" y="320040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фигура целиком. Ведущий сам по комнате не ходит: он смотрит на чужие модели.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292608"/>
            <a:ext cx="211226" cy="499262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446227"/>
            <a:ext cx="144018" cy="14401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13359" y="446227"/>
            <a:ext cx="144018" cy="14401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5603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стоит фигура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3931920" cy="4892040"/>
          </a:xfrm>
          <a:prstGeom prst="roundRect">
            <a:avLst>
              <a:gd name="adj" fmla="val 2326"/>
            </a:avLst>
          </a:prstGeom>
          <a:solidFill>
            <a:srgbClr val="16191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м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тела всегда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этой высоте.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человека высоту тела не меняет.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7040880" cy="155448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4475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 головой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1901952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полу фигура едет за головой. Вверх её не поднимают к глазам.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7040880" cy="155448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13639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вертикаль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3593592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поворачивается туда, куда смотрит голова. Наклон головы фигуру не заваливает.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4663440"/>
            <a:ext cx="7040880" cy="155448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482803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Кисти отдельно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37760" y="5285232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Кисть остаётся на настоящей высоте джойстика и наклоняется вместе с ним.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292608"/>
            <a:ext cx="211226" cy="499262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446227"/>
            <a:ext cx="144018" cy="14401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13359" y="446227"/>
            <a:ext cx="144018" cy="14401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5603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Кисти едут за джойстиками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/>
        </p:spPr>
      </p:sp>
      <p:sp>
        <p:nvSpPr>
          <p:cNvPr id="7" name="Shape 5"/>
          <p:cNvSpPr/>
          <p:nvPr/>
        </p:nvSpPr>
        <p:spPr>
          <a:xfrm>
            <a:off x="6309360" y="128016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447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своём шлеме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кадр положение и наклон джойстика копируются на кисть модели.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4447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 всем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Кисть едет вместе с телом. Чужой ставит её туда же относительно фигуры.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11201400" cy="2331720"/>
          </a:xfrm>
          <a:prstGeom prst="roundRect">
            <a:avLst>
              <a:gd name="adj" fmla="val 3922"/>
            </a:avLst>
          </a:prstGeom>
          <a:solidFill>
            <a:srgbClr val="16191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23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LeftHand Controller  →  LeftHand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RightHand Controller  →  RightHand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Куба на джойстике больше нет. Луч для кнопок меню остался. Имена джойстиков не менять: по ним калибровка пола берёт кончик.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292608"/>
            <a:ext cx="211226" cy="499262"/>
          </a:xfrm>
          <a:prstGeom prst="roundRect">
            <a:avLst>
              <a:gd name="adj" fmla="val 36364"/>
            </a:avLst>
          </a:prstGeom>
          <a:solidFill>
            <a:srgbClr val="D5DCE3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446227"/>
            <a:ext cx="144018" cy="14401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13359" y="446227"/>
            <a:ext cx="144018" cy="14401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5603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Своё тело не рисуется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Иначе камера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окажется внутри.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шлем выключает всё, кроме кистей. Сосед и монитор рисуют фигуру целиком.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0" y="141732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2226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 шлем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2103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Кисти есть. Тела изнутри нет.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0" y="356616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2226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Все остальные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0" y="42519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и обе кисти.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292608"/>
            <a:ext cx="211226" cy="499262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446227"/>
            <a:ext cx="144018" cy="14401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13359" y="446227"/>
            <a:ext cx="144018" cy="14401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5603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заготовка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16191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533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VrPlayer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Корень. Стоит под головой.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2148840"/>
            <a:ext cx="4983480" cy="749808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2219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5146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Сюда кладут свою модель.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63040" y="3017520"/>
            <a:ext cx="4846320" cy="749808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1691640" y="30906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383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Тело. Сейчас это капсула.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63040" y="3886200"/>
            <a:ext cx="4846320" cy="749808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39593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LeftHand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251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Левая кисть. Синяя.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463040" y="4754880"/>
            <a:ext cx="4846320" cy="749808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482803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RightHand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5120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Правая кисть. Жёлтая.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1280160"/>
            <a:ext cx="5120640" cy="4892040"/>
          </a:xfrm>
          <a:prstGeom prst="roundRect">
            <a:avLst>
              <a:gd name="adj" fmla="val 1869"/>
            </a:avLst>
          </a:prstGeom>
          <a:solidFill>
            <a:srgbClr val="F3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508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компонента положения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14884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везёт тело. Два других — кисти. Едут от шлема к компьютеру.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Кисть записана относительно фигуры, не отдельной точкой по комнате. Поэтому чужая модель не разъезжается.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LeftHand и RightHand трогать нельзя: на них смотрят и поля, и эти компоненты.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292608"/>
            <a:ext cx="211226" cy="499262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446227"/>
            <a:ext cx="144018" cy="14401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13359" y="446227"/>
            <a:ext cx="144018" cy="14401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5603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поставить свою модель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66928" cy="56692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1704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Импорт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34840" y="117043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единица сцены равна 1 метру. Гигантскую сетку сначала уменьшают.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566928" cy="56692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231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22219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Очистить заготовку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222199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Model убрать капсулу Body и кубы с именем Mesh.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566928" cy="56692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4747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32735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Положить модель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34840" y="327355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Перетащить файл в Model. Ноги примерно на 1 м ниже корня VrPlayer.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566928" cy="56692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5262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25880" y="43251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Назвать кисти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434840" y="43251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объекта: LeftHand и RightHand. Поля на корне и Target у двух компонентов кистей — на них.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566928" cy="56692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5778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25880" y="53766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Снять столкновения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34840" y="537667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Коллайдеры с модели убрать. Иначе шаг заденет собственную сетку.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292608"/>
            <a:ext cx="211226" cy="499262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446227"/>
            <a:ext cx="144018" cy="14401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13359" y="446227"/>
            <a:ext cx="144018" cy="14401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5603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не делать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удалять кисти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LeftHand и RightHand остаются внутри VrPlayer. Вынести их на джойстик — и сосед снова не увидит рук.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128016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5087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оставлять коллайдер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210312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проверяется сферой от центра тела. Своя сетка с коллайдером останавливает человека.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690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собирать сцены заново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Smena → Build Starter Scenes снова делает VrPlayer капсулой без кистей.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5080" y="384048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40690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рисовать руки дважды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466344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Куб только на шлеме и кисть в модели дадут две руки. Куб на джойстике уже убран.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292608"/>
            <a:ext cx="211226" cy="499262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446227"/>
            <a:ext cx="144018" cy="14401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13359" y="446227"/>
            <a:ext cx="144018" cy="14401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5603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в файле нет отдельных кистей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623560" cy="4754880"/>
          </a:xfrm>
          <a:prstGeom prst="roundRect">
            <a:avLst>
              <a:gd name="adj" fmla="val 1923"/>
            </a:avLst>
          </a:prstGeom>
          <a:solidFill>
            <a:srgbClr val="F4F7FA"/>
          </a:solidFill>
          <a:ln/>
        </p:spPr>
      </p:sp>
      <p:sp>
        <p:nvSpPr>
          <p:cNvPr id="7" name="Shape 5"/>
          <p:cNvSpPr/>
          <p:nvPr/>
        </p:nvSpPr>
        <p:spPr>
          <a:xfrm>
            <a:off x="6309360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16191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увидят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Целую сетку кладут на место Body. Сосед и монитор видят её целиком, вместе с нарисованными руками.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шлем эту сетку прячет: она не кисть.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Руки на сетке не поедут за джойстиками.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для рук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модели два объекта.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строго LeftHand и RightHand.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 положение и наклон задаёт джойстик. Остальная сетка — тело.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292608"/>
            <a:ext cx="211226" cy="499262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446227"/>
            <a:ext cx="144018" cy="14401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13359" y="446227"/>
            <a:ext cx="144018" cy="14401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5603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вдвоём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481328"/>
            <a:ext cx="548640" cy="548640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5087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шлема входят в игровую комнату.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578608"/>
            <a:ext cx="548640" cy="548640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670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606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поднимает руку. Второй шлем и монитор видят кисть там же.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675888"/>
            <a:ext cx="548640" cy="548640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767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7033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своём шлеме кисти есть, тело изнутри не закрывает обзор.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4773168"/>
            <a:ext cx="548640" cy="548640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864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8006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 комнаты ожидания по-прежнему целятся лучом.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31" y="292608"/>
            <a:ext cx="211226" cy="499262"/>
          </a:xfrm>
          <a:prstGeom prst="roundRect">
            <a:avLst>
              <a:gd name="adj" fmla="val 36364"/>
            </a:avLst>
          </a:prstGeom>
          <a:solidFill>
            <a:srgbClr val="4A5562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446227"/>
            <a:ext cx="144018" cy="14401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13359" y="446227"/>
            <a:ext cx="144018" cy="14401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25603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это лежит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441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VrPlayer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7647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Заготовка фигуры. Model, Body, LeftHand, RightHand. Три компонента положения.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24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VrPlayerVisual.cs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0449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кистей. Сюда должны смотреть LeftHand и RightHand.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0448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VrPlayerLocomotion.cs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3251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 тело под голову, копирует джойстики на кисти, прячет своё тело.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1846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QuestClientRig.cs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56052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Собирает джойстики шлема. Кубов на них больше нет, луч для меню есть.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" y="1234440"/>
            <a:ext cx="402336" cy="950976"/>
          </a:xfrm>
          <a:prstGeom prst="roundRect">
            <a:avLst>
              <a:gd name="adj" fmla="val 36364"/>
            </a:avLst>
          </a:prstGeom>
          <a:solidFill>
            <a:srgbClr val="D5DCE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27048"/>
            <a:ext cx="274320" cy="274320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1353312" y="1527048"/>
            <a:ext cx="274320" cy="274320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Своя модель.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 же имена кистей.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Руки видны всем.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сборка на шлем. Меню сборки сцен не запускать.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Одна модель на всех</dc:title>
  <dc:subject>Фигура игрока: тело и кисти видны остальным</dc:subject>
  <dc:creator>Смена</dc:creator>
  <cp:lastModifiedBy>Смена</cp:lastModifiedBy>
  <cp:revision>1</cp:revision>
  <dcterms:created xsi:type="dcterms:W3CDTF">2026-10-07T21:29:04Z</dcterms:created>
  <dcterms:modified xsi:type="dcterms:W3CDTF">2026-10-07T21:29:04Z</dcterms:modified>
</cp:coreProperties>
</file>