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ПК варит мир.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Шлем в него заходит.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0"/>
            <a:ext cx="4937760" cy="2011680"/>
          </a:xfrm>
          <a:prstGeom prst="roundRect">
            <a:avLst>
              <a:gd name="adj" fmla="val 5455"/>
            </a:avLst>
          </a:prstGeom>
          <a:solidFill>
            <a:srgbClr val="161C2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 — Windows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45720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XR-камеры. Кнопка HOST. Видит чужой grab.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0" y="3840480"/>
            <a:ext cx="4937760" cy="2011680"/>
          </a:xfrm>
          <a:prstGeom prst="roundRect">
            <a:avLst>
              <a:gd name="adj" fmla="val 5455"/>
            </a:avLst>
          </a:prstGeom>
          <a:solidFill>
            <a:srgbClr val="161C2C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— Quest 2/3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12280" y="45720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на IP своего ПК. Не PICO.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этого проекта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 · Префаб · Play · две платформы (Windows и Android).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курс движка — тетрадь Т1.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161C2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71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00_Lobby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HOST, IP, счётчик, «В комнату»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0" y="2743200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161C2C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971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01_Room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29400" y="35661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Кубы grab и слоты идеи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— сеть, не зеркало шлема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NetworkManager. Transport KCP. Порт 7777.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 Player Prefab и Transport детям не чистить.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Тетрадь Т1–Т2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NetworkIdentity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Объект, который Mirror имеет право показать всем.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SyncVar одной фразой: число на ПК и на шлеме одно и то же.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Счётчик лобби — это оно.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10972800" cy="1645920"/>
          </a:xfrm>
          <a:prstGeom prst="roundRect">
            <a:avLst>
              <a:gd name="adj" fmla="val 6667"/>
            </a:avLst>
          </a:prstGeom>
          <a:solidFill>
            <a:srgbClr val="161C2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434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Снял Identity с куба — куб едет только у тебя.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Комната ожидания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ждать: все должны оказаться в одной комнате разом.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Счётчик = тебя посчитали.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 комнату» жмёт только ХОСТ.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Тетрадь Т2 и Т4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Quest: CONNECT в лобби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своего ПК → CONNECT.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успеха: счётчик живой, не чёрный экран.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Жёлтый — свой IP. Серый — IP соседа.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Хватаем предмет с Identity.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 видит. Хост не хватает руками.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Тетрадь Т3. Компоненты куба не разбирать «для красоты».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Чужой IP = чужое лобби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Чек-лист: Wi‑Fi · HOST горит · 7777 · файрвол · одна сеть.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Гостевая сеть лаборатории убивает серый трек.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идея = объект в 01_Room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новый Unity-проект.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 таблички — тетрадь Т4.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 идеи: одно направление → один сетевой объект.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тетрадь, не этот слайд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Т1 Unity/HOST · Т2 лобби · Т3 grab · Т4 идея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Звать преподавателя: APK, Wi‑Fi, «я удалил Identity».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2026-09-14T12:10:28Z</dcterms:created>
  <dcterms:modified xsi:type="dcterms:W3CDTF">2026-09-14T12:10:28Z</dcterms:modified>
</cp:coreProperties>
</file>