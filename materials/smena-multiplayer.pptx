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66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0 ещё не начался. Скажите: сегодня каждый поднимает свой хост и потом заходит к соседу. Шлем сам хостом комнаты для соседа не является.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уходите в другие сетевые движки. Три слова: локальная, сетевая, хост. Хост на смене — компьютер ученика.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Рисунок из тетради проекта. Стрелка — пакеты состояния, не видео со шлема. Потом напомните: IP на шлеме набирают жёлтыми кнопками.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Цифра на рисунке включает хост. Переход в комнату делает сервер, не LoadScene на шлеме. Первый подключённый шлем встаёт на IdeaSlot_1.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четыре шага на скрине лобби, если он есть на слайде рядом устно. Белое поле IP не нажимают: клавиатуры шлема в этом билде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Счётчик: не ждите ноль после HOST. Единица — это ПК. Слоты нумеруются по времени подключения шлемов, не включая маркер хоста.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Поля сняты со сцены 00_Lobby, это не фото инспектора. Смысл тот же: транспорт KCP, порт 7777, префаб VrPlayer. Не давайте их переключать.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NetworkTransformUnreliable на кубе: syncDirection ClientToServer, позиция и поворот. Снять NetworkIdentity — классическая поломка «куб есть только у меня».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LobbyHud — обычный MonoBehaviour, не NetworkBehaviour. Счётчик на экране он рисует сам, по уже зашедшим игрокам. Это можно сказать, если спросят, почему цифра не в SyncVar на канвасе.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каждого свой ПК и свой шлем. Сначала ты хост, сосед клиент. Потом наоборот. Не один компьютер на всю группу.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CONNECT молчит, не продолжайте теорию. Сверьте IP, сеть и что HOST уже нажат. Файрвол на 7777 — только если эти три пункта уже проверены.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ДЕТСКИЙ ТЕХНОПАРК  ·  МИНСК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Мультиплеер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Unity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41808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1C2836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48640" y="41808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— ваш ПК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41808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1C2836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41808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— Quest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41808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1C283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41808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7777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бывает мультиплеер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6420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7F0F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642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Локальная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8952" y="28803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Play. Окно на ПК видит только этот ПК. Шлем со своим запуском видит только себя, пока нет подключения.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66420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5F6F2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6642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2402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Сетевая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9432" y="28803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программ договорились об одном мире. Картинка у каждого своя. Правда одна: её держит сервер.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66420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F6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6642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22402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Хост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39912" y="28803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и клиент в одном процессе. На смене </a:t>
            </a:r>
            <a:r>
              <a:rPr lang="en-US" sz="1600" dirty="0" err="1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</a:t>
            </a: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ru-RU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</a:t>
            </a: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ПК. Шлем только клиент: он рисует и просит.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сервер без игрока сегодня не нужен: некому нажать HOST.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D:/Work/TechnoMain/smena-starter/materials/figures/01-host-cli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640080"/>
            <a:ext cx="10607040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— это «я сам». Шлем так до ПК не дойдёт. Нужен IPv4 хоста в той же сети.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D:/Work/TechnoMain/smena-starter/materials/figures/03-lobby-roo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640080"/>
            <a:ext cx="978408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  ·  ОКОЛО 7 МИНУТ  ·  ОКНО ИГРЫ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Кнопки и что они вызывают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635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81912"/>
            <a:ext cx="640080" cy="493776"/>
          </a:xfrm>
          <a:prstGeom prst="roundRect">
            <a:avLst>
              <a:gd name="adj" fmla="val 14815"/>
            </a:avLst>
          </a:prstGeom>
          <a:solidFill>
            <a:srgbClr val="E7F0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453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StartHost() на SmenaNetworkManager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7635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697480"/>
            <a:ext cx="640080" cy="493776"/>
          </a:xfrm>
          <a:prstGeom prst="roundRect">
            <a:avLst>
              <a:gd name="adj" fmla="val 14815"/>
            </a:avLst>
          </a:prstGeom>
          <a:solidFill>
            <a:srgbClr val="FFF6D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974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5694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Жёлтая строка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29352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этого ПК. Её диктуют соседу.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557016"/>
            <a:ext cx="7635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813048"/>
            <a:ext cx="640080" cy="493776"/>
          </a:xfrm>
          <a:prstGeom prst="roundRect">
            <a:avLst>
              <a:gd name="adj" fmla="val 14815"/>
            </a:avLst>
          </a:prstGeom>
          <a:solidFill>
            <a:srgbClr val="E5F6F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1304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6850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Цифры на шлеме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0507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Пишут адрес в networkAddress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672584"/>
            <a:ext cx="7635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928616"/>
            <a:ext cx="640080" cy="493776"/>
          </a:xfrm>
          <a:prstGeom prst="roundRect">
            <a:avLst>
              <a:gd name="adj" fmla="val 14815"/>
            </a:avLst>
          </a:prstGeom>
          <a:solidFill>
            <a:srgbClr val="E5F6F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286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800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5166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StartClient(). Шлем входит в мир хоста.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1040" y="1325880"/>
            <a:ext cx="3383280" cy="4462272"/>
          </a:xfrm>
          <a:prstGeom prst="roundRect">
            <a:avLst>
              <a:gd name="adj" fmla="val 2703"/>
            </a:avLst>
          </a:prstGeom>
          <a:solidFill>
            <a:srgbClr val="121A24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25" name="Text 23"/>
          <p:cNvSpPr/>
          <p:nvPr/>
        </p:nvSpPr>
        <p:spPr>
          <a:xfrm>
            <a:off x="8549640" y="1600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инспекторе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сейчас ничего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</a:t>
            </a:r>
            <a:r>
              <a:rPr lang="ru-RU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49640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Меняется только IP, который вводят на шлеме. Порт, транспорт и префаб игрока остаются как в проекте.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  ·  ОКНО ИГРЫ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Счётчик, комната, куб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HOST на ПК.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сам компьютер, не ноль.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шлем даёт ещё +1. Одна и та же цифра на ПК и в шлеме.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Комната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жмёт «В комнату». Шлемы встают на IdeaSlot по порядку входа: первый на IdeaSlot_1.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4297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 хоста на слот не встаёт. Он остаётся меткой ПК.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388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хватает куб.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Курок жмёт кнопки.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Левый стик — шаг.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Правый — поворот.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 должен поехать на экране того ПК, который сейчас хост.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NetworkManager. Смотреть, не менять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452360" cy="4892040"/>
          </a:xfrm>
          <a:prstGeom prst="roundRect">
            <a:avLst>
              <a:gd name="adj" fmla="val 1869"/>
            </a:avLst>
          </a:prstGeom>
          <a:solidFill>
            <a:srgbClr val="F7F8FA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7086600" cy="502920"/>
          </a:xfrm>
          <a:prstGeom prst="roundRect">
            <a:avLst>
              <a:gd name="adj" fmla="val 10909"/>
            </a:avLst>
          </a:prstGeom>
          <a:solidFill>
            <a:srgbClr val="3A3A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SmenaNetworkManager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00_Lobby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KcpTransport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менять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менять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Prefab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менять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Marker Prefab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332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HostMarker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менять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Destroy On Load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0332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216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выключать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Scene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03320" y="5166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01_Room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2160" y="5166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подменять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он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2480" y="21031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менеджер на игру. На нём транспорт, порт и префаб игрока. Второй менеджер — вторая игра в том же процессе.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сегодня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Вписать чужой IP и нажать CONNECT. Это не поле инспектора.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виден сети и чья поза едет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F7F8FA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166360" cy="475488"/>
          </a:xfrm>
          <a:prstGeom prst="roundRect">
            <a:avLst>
              <a:gd name="adj" fmla="val 11538"/>
            </a:avLst>
          </a:prstGeom>
          <a:solidFill>
            <a:srgbClr val="3A3A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087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VrPlayer, HostMarker, GrabCube, IdeaPlaque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560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2560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 другим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9992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да, если компонент на месте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с куба или игрока нельзя: объект останется только у того, кто нажал.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F7F8FA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5166360" cy="475488"/>
          </a:xfrm>
          <a:prstGeom prst="roundRect">
            <a:avLst>
              <a:gd name="adj" fmla="val 11538"/>
            </a:avLst>
          </a:prstGeom>
          <a:solidFill>
            <a:srgbClr val="3A3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15087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NetworkTransformUnreliable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игрок, маркер хоста, куб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2560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Position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2560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Rotation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29992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34381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Direction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0" y="3438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→ сервер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3877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0" y="38770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 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73952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компонента сегодня </a:t>
            </a:r>
            <a:r>
              <a:rPr lang="en-US" sz="1500" dirty="0" err="1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500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</a:t>
            </a:r>
            <a:r>
              <a:rPr lang="ru-RU" sz="1500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1500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Поза должна доезжать, не быть идеальной.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Скрипт, который говорит с сетью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223760" cy="4800600"/>
          </a:xfrm>
          <a:prstGeom prst="roundRect">
            <a:avLst>
              <a:gd name="adj" fmla="val 1905"/>
            </a:avLst>
          </a:prstGeom>
          <a:solidFill>
            <a:srgbClr val="F7F8FA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6858000" cy="475488"/>
          </a:xfrm>
          <a:prstGeom prst="roundRect">
            <a:avLst>
              <a:gd name="adj" fmla="val 11538"/>
            </a:avLst>
          </a:prstGeom>
          <a:solidFill>
            <a:srgbClr val="3A3A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NetworkBehaviour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SmenaNetworkManager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Хост, клиент, переход в комнату, слот при входе.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VrPlayerLocomotion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40156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Стики шлема и постановка на IdeaSlot.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GrabNetworkAuthority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27024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схватил куб, тот и двигает его для остальных.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SyncVar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13892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Поле, которое сервер развозит всем. Не компонент на объекте, а метка в скрипте.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0" y="1371600"/>
            <a:ext cx="3749040" cy="48006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3880" y="1600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Можно позже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83880" y="21031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поле через SyncVar на своём объекте. Не на менеджере стартера и не сегодня.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3703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23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Нельзя сегодня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83880" y="416052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код менеджера, порт и префаб игрока, чтобы «просто посмотреть, что будет».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сделать после слайдов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81912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7F0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527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своём ПК нажать HOST. Продиктовать IP с жёлтой строки. Порт 7777.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724912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7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249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70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 в шлеме набирает этот IP жёлтыми кнопками и жмёт CONNECT.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867912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7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679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813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жмёте «В комнату». Сосед хватает куб grip. Куб едет на вашем экране.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5010912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FFF6D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109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956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 вы в своём шлеме вводите IP соседа и заходите уже в его лобби.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  ·  ЕСЛИ НЕ ВЫШЛО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молчит. Три запрета.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6903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не того компьютера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00784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жёлтая строка хоста, не IP самого шлема и не 127.0.0.1.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6903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2316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Разный Wi-Fi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52344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и шлем должны быть в одной сети.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6903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47472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ещё не нажат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803904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на ПК нет хоста, клиенту некуда входить.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1280160"/>
            <a:ext cx="4114800" cy="4709160"/>
          </a:xfrm>
          <a:prstGeom prst="roundRect">
            <a:avLst>
              <a:gd name="adj" fmla="val 2222"/>
            </a:avLst>
          </a:prstGeom>
          <a:solidFill>
            <a:srgbClr val="121A24"/>
          </a:solidFill>
          <a:ln/>
          <a:effectLst>
            <a:outerShdw blurRad="152400" dist="38100" dir="5400000" algn="bl" rotWithShape="0">
              <a:srgbClr val="121A2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1463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трогать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81812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8120" y="2423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7777, транспорт KCP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8120" y="32004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Префаб игрока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VrPlayer на менеджере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4297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NetworkIdentity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4617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кубе и на игроке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1011</Words>
  <Application>Microsoft Office PowerPoint</Application>
  <PresentationFormat>Широкоэкранный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Мультиплеер. Смена в технопарке</dc:title>
  <dc:subject>Национальный детский технопарк, Минск, 15–16</dc:subject>
  <dc:creator>Smena</dc:creator>
  <cp:lastModifiedBy>GTA GTA</cp:lastModifiedBy>
  <cp:revision>2</cp:revision>
  <dcterms:created xsi:type="dcterms:W3CDTF">2026-10-01T21:51:55Z</dcterms:created>
  <dcterms:modified xsi:type="dcterms:W3CDTF">2026-10-01T22:04:33Z</dcterms:modified>
</cp:coreProperties>
</file>