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 встречи, не игровой зал. Дальше: зачем, что на экране, какие скрипты, как перенести.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вопроса по порядку. Игровую комнату здесь не разбирать, только дверь в неё.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Четвёртый пункт снимает вопрос про слоты. Слоты не в этой сцене.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LobbyRoster подсвечен отдельно: объект есть, подпись экрана его не читает. Это частая путаница.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 длины «Длина A→B, м» появляется только на компьютере, ниже кнопок. На шлеме его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127.0.0.1 — запасной ответ скрипта, не рабочий адрес для шлема. Петлю и адрес 169.254 скрипт пропускает.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Жёлтые кнопки собирает QuestLobbyKeyboard и только на шлеме. На компьютере их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Единица — это маркер ведущего, не человек в шлеме. Два шлема дают на экране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Расчёт поворота комнаты в этой лекции не повторять целиком. Здесь только то, что происходит в ожидании. Поза остаётся на шлеме, на компьютер уходит длина.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ServerChangeScene вызывает только ведущий. Сетевой объект переживает смену сцены, холст ожидания —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Корень шлема скрипт создаёт сам при запуске, в сцену его не кладут. VrPlayerVisual картинку ожидания не рисует.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Камера обзора ведущего и переключатель площадки лежат в игровой сцене, не здесь. Их в 00_Lobby не искать.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холст не привязан к полям LobbyHud, кнопки молчат. Это первая проверка, когда экран есть, а запуска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Четвёртый пункт жёсткий: меню собирает сцену с нуля, включая холст и пол.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шлема дают счёт 3: маркер плюс два человека. Это не ошибка.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тремя строками. Если спрашивают про слоты и модель — это уже игровая и отдельная раздатка.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1190549" cy="921715"/>
          </a:xfrm>
          <a:prstGeom prst="roundRect">
            <a:avLst>
              <a:gd name="adj" fmla="val 12500"/>
            </a:avLst>
          </a:prstGeom>
          <a:solidFill>
            <a:srgbClr val="2C3340"/>
          </a:solidFill>
          <a:ln/>
        </p:spPr>
      </p:sp>
      <p:sp>
        <p:nvSpPr>
          <p:cNvPr id="3" name="Shape 1"/>
          <p:cNvSpPr/>
          <p:nvPr/>
        </p:nvSpPr>
        <p:spPr>
          <a:xfrm>
            <a:off x="793699" y="1205179"/>
            <a:ext cx="883310" cy="134417"/>
          </a:xfrm>
          <a:prstGeom prst="roundRect">
            <a:avLst>
              <a:gd name="adj" fmla="val 28571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793699" y="1512418"/>
            <a:ext cx="268834" cy="268834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1139342" y="1512418"/>
            <a:ext cx="268834" cy="268834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1484986" y="1512418"/>
            <a:ext cx="268834" cy="268834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Комната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ожидания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все находят компьютер ведущего.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 вместе входят в игровую.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Сцена 00_Lobby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вопроса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8952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8952" y="2971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шлемы нашли компьютер, было видно, сколько человек уже вошло, и пол отметили до игровой.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128016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99432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99432" y="2971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экран, один адрес, порт 7777. Счёт растёт с каждым шлемом. В комнату пускает только компьютер.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83880" y="128016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8439912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439912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перенести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39912" y="2971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 первой в сборке. Один сетевой объект, холст и скрипты из этой папки. Второй сети не добавлять.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эта сцена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5623560" cy="242316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Найти компьютер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шлема нет списка комнат. Он набирает адрес того компьютера, который уже запущен.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234440"/>
            <a:ext cx="5623560" cy="242316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463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Увидеть, кто вошёл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20574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цифра на мониторе и в шлеме. После запуска ведущего она равна 1. Каждый шлем прибавляет единицу.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5623560" cy="242316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69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Отметить пол заранее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466344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Длину наклеек пишут здесь. Курок снимает точки здесь. В игровую пускают, когда шлемы готовы.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3840480"/>
            <a:ext cx="5623560" cy="242316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069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путать с залом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466344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Метки, куда вставать в игре, лежат в следующей сцене. Здесь люди появляются в одной точке и могут отойти.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лежит в сцене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LobbyFloor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129844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Пол. По нему уже можно ходить рычажками.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31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235000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 компьютера. На шлеме эта камера выключается: картинку рисует шлем.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NetworkManager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340156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на всех. Держит порт, заготовку игрока и маркер ведущего. При смене сцены не уничтожается.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32511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LobbyRoster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445312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Дочерний объект сети. Считает вошедших. Цифру на экране пишет не он.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86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LobbyCanvas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550468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подсказка, счёт, статус, поле адреса, три кнопки.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 экране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Подсказка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80360" y="117043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компьютере — его адрес и порт. На шлеме — напоминание про жёлтые кнопки.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222199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«Игроков в лобби». Одно и то же число на мониторе и в шлеме.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0360" y="327355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нет, компьютер ждёт шлемы, или шлем ждёт комнату. Здесь же строка про длину наклеек.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432511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Белое поле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80360" y="432511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компьютера. На мониторе оно уже заполнено. На шлеме его набирают кнопками.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53766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B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кнопки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0360" y="537667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ведущего. Вход шлема. «В комнату» — её видно только на компьютере после запуска.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Адрес и порт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14181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54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2B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7777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порт на компьютере и на шлеме. Его ставит скрипт при старте. Менять на одной стороне нельзя.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Скрипт LocalIpUtil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Берёт адрес этой машины в общей сети.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адрес годится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Тот, что написан на мониторе после запуска сцены. Шлем набирает его целиком, с точками.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127.0.0.1 шлем не примет как путь к компьютеру: это «я сам». Так бывает, если у компьютера нет обычного сетевого адреса.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и шлем должны быть в одной сети.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разных входа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56235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14181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Компьютер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запуска. На ней написано HOST.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в поле уже свой. Нажимать её со шлема не нужно: ведущий — этот компьютер.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Появляется маркер ведущего. Это куб, не человек. Счёт становится 1.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Шлем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входа. На ней написано CONNECT.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Белое поле само клавиатуру не открывает. Адрес набирают жёлтыми кнопками: цифры, точка, стирание.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адреса не больше 15 знаков. Две точки подряд не ставятся.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берётся счёт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4023360" cy="4846320"/>
          </a:xfrm>
          <a:prstGeom prst="roundRect">
            <a:avLst>
              <a:gd name="adj" fmla="val 2273"/>
            </a:avLst>
          </a:prstGeom>
          <a:solidFill>
            <a:srgbClr val="1418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2B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запуска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ведущего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вошедший шлем прибавляет единицу.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690372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пишет цифру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6355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LobbyHud каждый кадр считает вошедших с сетевой меткой. На шлеме считает видимые фигуры игроков. Поэтому число совпадает.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6903720" cy="2377440"/>
          </a:xfrm>
          <a:prstGeom prst="roundRect">
            <a:avLst>
              <a:gd name="adj" fmla="val 3846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цифру не пишет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480560"/>
            <a:ext cx="6355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LobbyRoster тоже хранит число соединений. Подпись на экране на него не подписана. Чинить счёт надо в LobbyHud.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 отмечают ещё здесь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90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1344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Поле на компьютере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«Длина A→B, м». Пример: 2.000. Появляется только на мониторе, ниже кнопок.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70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2624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Курок на шлеме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наклейка А, потом Б. Кончик джойстика у пола. Захват метку не ставит.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3904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сантиметров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297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между метками дальше допуска — отметки стираются, снимать заново.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30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84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 ждут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5778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 готов каждый подключённый шлем, кнопка комнаты молчит. Шлемов нет — компьютер входит один.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Кнопка «В комнату»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685800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компьютер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81051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шлеме этой кнопки нет. Её показывает скрипт, когда запущен ведущий.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всегда открыта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90779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шлемы и кто-то не отметил пол — нажатие ничего не делает.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уходят вместе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00507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 меняется на 01_Room. Экран ожидания закрывается. Фигуры игроков не пропадают.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Ходьба уже была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510235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Левый рычажок двигает, правый поворачивает вокруг головы. Это работает и до перехода.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43800" y="1280160"/>
            <a:ext cx="4160520" cy="4846320"/>
          </a:xfrm>
          <a:prstGeom prst="roundRect">
            <a:avLst>
              <a:gd name="adj" fmla="val 2198"/>
            </a:avLst>
          </a:prstGeom>
          <a:solidFill>
            <a:srgbClr val="14181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B4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01_Room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72400" y="246888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Игровая комната. Метки, куда встать без калибровки, лежат там.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пол уже отметил, на метку не переносится.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Скрипты экрана и шлема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6187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LobbyHud.cs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60934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Экран: кнопки, счёт, статус, поле длины. Запуск ведущего, вход шлема, переход в комнату.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1343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LocalIpUtil.cs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660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компьютера в общей сети и порт 7777.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64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QuestLobbyKeyboard.cs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71246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Жёлтые кнопки. Только на шлеме. Белое поле само их не вызывает.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32511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165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QuestClientRig.cs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7640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шлема: камера, джойстики, луч. Меню ожидания вешает перед глазами.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6811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VrPlayerLocomotion.cs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581558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Рычажки и кисти. Отсюда же на компьютер уходит сообщение, что длина наклеек сошлась.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Скрипты сети и пола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6187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SmenaNetworkManager.cs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60934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ведущий, кто игрок. Маркер компьютера и фигура шлема. Смена сцены на игровую.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1343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LobbyRoster.cs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6609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число соединений. Подпись «Игроков в лобби» его не читает.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64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FloorCalibrator.cs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71246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шлем и только эта сцена. Курок снимает наклейки, считает поворот, шлёт длину.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32511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165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RoomCalibration.cs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7640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Сидит на маркере ведущего. Хранит длину и список готовых шлемов. Переживает смену сцены.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37667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6811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RoomFrame.cs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581558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Запоминает сдвиг и поворот. Применяет их уже в игровой комнате, не на экране ожидания.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добавить в свой проект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335024"/>
            <a:ext cx="530352" cy="53035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2646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17043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 00_Lobby первая в сборке. Игровая — следом, с именем 01_Room.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386584"/>
            <a:ext cx="530352" cy="53035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7802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22199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объект NetworkManager. Порт 7777. Игрок — заготовка VrPlayer. Маркер ведущего назначен. Объект живёт при смене сцены.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530352" cy="53035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2958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7355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Холст LobbyCanvas и скрипт LobbyHud. В поля скрипта перетащены подсказка, счёт, статус, адрес, три кнопки и сам сетевой объект.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489704"/>
            <a:ext cx="530352" cy="53035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58114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32511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из папки Assets/SmenaStarter/Scripts. Корень шлема в сцену не кладут: он появляется сам.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5541264"/>
            <a:ext cx="530352" cy="53035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63270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37667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Жёлтые кнопки на компьютере не рисуют. Они собираются на шлеме рядом с белым полем.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делать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361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второй сети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NetworkManager перехватывает игроков. В сцене и в проекте он один.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28016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5361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кликать белое поле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21488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шлеме системная клавиатура не откроется. Адрес — жёлтые кнопки.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965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стирать метку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47091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сетевой метки фигура и маркер видны только у себя. Счёт их не прибавит.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384048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0965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собирать сцены заново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47091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Smena → Build Starter Scenes переписывает 00_Lobby и затирает свои правки.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595274" cy="460858"/>
          </a:xfrm>
          <a:prstGeom prst="roundRect">
            <a:avLst>
              <a:gd name="adj" fmla="val 12500"/>
            </a:avLst>
          </a:prstGeom>
          <a:solidFill>
            <a:srgbClr val="E6EDF4"/>
          </a:solidFill>
          <a:ln/>
        </p:spPr>
      </p:sp>
      <p:sp>
        <p:nvSpPr>
          <p:cNvPr id="3" name="Shape 1"/>
          <p:cNvSpPr/>
          <p:nvPr/>
        </p:nvSpPr>
        <p:spPr>
          <a:xfrm>
            <a:off x="515722" y="332842"/>
            <a:ext cx="441655" cy="67208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515722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688543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861365" y="486461"/>
            <a:ext cx="134417" cy="134417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48132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1508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компьютере в поле свой адрес, не 127.0.0.1. Кнопка запуска. Счёт равен 1.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57860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70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2606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Шлем набирает этот адрес жёлтыми кнопками. Счёт 2 и на мониторе, и в шлеме.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67588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67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703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наклеек на компьютере. Курок на А, потом на Б. Статус пускает в комнату.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457200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77316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шлемов кнопка «В комнату» тоже пускает. Пока шлем не готов — молчит.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1020470" cy="790042"/>
          </a:xfrm>
          <a:prstGeom prst="roundRect">
            <a:avLst>
              <a:gd name="adj" fmla="val 12500"/>
            </a:avLst>
          </a:prstGeom>
          <a:solidFill>
            <a:srgbClr val="2C3340"/>
          </a:solidFill>
          <a:ln/>
        </p:spPr>
      </p:sp>
      <p:sp>
        <p:nvSpPr>
          <p:cNvPr id="3" name="Shape 1"/>
          <p:cNvSpPr/>
          <p:nvPr/>
        </p:nvSpPr>
        <p:spPr>
          <a:xfrm>
            <a:off x="771754" y="1228954"/>
            <a:ext cx="757123" cy="115214"/>
          </a:xfrm>
          <a:prstGeom prst="roundRect">
            <a:avLst>
              <a:gd name="adj" fmla="val 28572"/>
            </a:avLst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771754" y="1492301"/>
            <a:ext cx="230429" cy="230429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5" name="Shape 3"/>
          <p:cNvSpPr/>
          <p:nvPr/>
        </p:nvSpPr>
        <p:spPr>
          <a:xfrm>
            <a:off x="1068019" y="1492301"/>
            <a:ext cx="230429" cy="230429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6" name="Shape 4"/>
          <p:cNvSpPr/>
          <p:nvPr/>
        </p:nvSpPr>
        <p:spPr>
          <a:xfrm>
            <a:off x="1364285" y="1492301"/>
            <a:ext cx="230429" cy="230429"/>
          </a:xfrm>
          <a:prstGeom prst="roundRect">
            <a:avLst>
              <a:gd name="adj" fmla="val 21429"/>
            </a:avLst>
          </a:prstGeom>
          <a:solidFill>
            <a:srgbClr val="E2B4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адрес.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счёт.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Потом игровая.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 00_Lobby. Порт 7777. Меню сборки сцен не запускать.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Комната ожидания</dc:title>
  <dc:subject>Сцена 00_Lobby: вход, счёт, пол, переход в игровую</dc:subject>
  <dc:creator>Смена</dc:creator>
  <cp:lastModifiedBy>Смена</cp:lastModifiedBy>
  <cp:revision>1</cp:revision>
  <dcterms:created xsi:type="dcterms:W3CDTF">2026-10-07T21:37:53Z</dcterms:created>
  <dcterms:modified xsi:type="dcterms:W3CDTF">2026-10-07T21:37:53Z</dcterms:modified>
</cp:coreProperties>
</file>